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06"/>
    <p:restoredTop sz="94617"/>
  </p:normalViewPr>
  <p:slideViewPr>
    <p:cSldViewPr snapToGrid="0" snapToObjects="1">
      <p:cViewPr>
        <p:scale>
          <a:sx n="99" d="100"/>
          <a:sy n="99" d="100"/>
        </p:scale>
        <p:origin x="-4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98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hook, not the title: "Most kids meet programming as a wall of text. We wanted to see if we could teach the same ideas with a robot, a maze and about thirty seconds of instruction." Keep this slide to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program usually starts with a setup guide, an account, and a screen full of syntax. For a 7-year-old, that is three walls before the first idea.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Point at the block stack, then the maze. The "fewest blocks" rule is the design decision worth naming: without it a child brute-forces the maze; with it they have to look for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 — this is the heart of the talk, so do not rush it. The line at the bottom is your payoff; land it before moving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minutes. Have the tab ALREADY OPEN before you start presenting. Run: one Easy maze solved fast, then jump straight to Advanced and show the same path collapsing into a repeat block — that contrast is the demo. If time is short, drop Expert and just say what it adds. Backup: if the live site fails, have a screen recording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Do not skip the right-hand column — an honest limitation slide reads as maturity, and it is the natural hook into the ethical reflection if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fulrheyme4-ai4g-qx21.bolt.hos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 txBox="1"/>
          <p:nvPr/>
        </p:nvSpPr>
        <p:spPr>
          <a:xfrm>
            <a:off x="822960" y="2057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Robot Maze Quest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kids to think like programmers — one maze at a time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6B9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 txBox="1"/>
          <p:nvPr/>
        </p:nvSpPr>
        <p:spPr>
          <a:xfrm>
            <a:off x="822960" y="4160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· Quality Education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 Guclu &amp; Sam Kempers   ·   AI for Good — Week 1 Hackathon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EBB10E-4E8A-6A1B-E20E-2C43893CC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95360" y="1785620"/>
            <a:ext cx="2565400" cy="33782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DC35DAF-FB52-F554-98D6-9518918E3AA4}"/>
              </a:ext>
            </a:extLst>
          </p:cNvPr>
          <p:cNvSpPr txBox="1"/>
          <p:nvPr/>
        </p:nvSpPr>
        <p:spPr>
          <a:xfrm>
            <a:off x="7220932" y="18193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5A5570"/>
                </a:solidFill>
                <a:latin typeface="Calibri" pitchFamily="34" charset="0"/>
                <a:cs typeface="Calibri" pitchFamily="34" charset="-120"/>
              </a:rPr>
              <a:t>Learning to code is hard to setup for kids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241B4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8254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136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sign up, configure — before anything happens on screen.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420624" cy="420624"/>
          </a:xfrm>
          <a:prstGeom prst="ellipse">
            <a:avLst/>
          </a:prstGeom>
          <a:solidFill>
            <a:srgbClr val="241B4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7856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096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block progress, so the lesson becomes spelling, not thinking.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EE6C5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7457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56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set of exercises. Finish it once and there is no reason to return.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508760"/>
            <a:ext cx="4389120" cy="3977640"/>
          </a:xfrm>
          <a:prstGeom prst="roundRect">
            <a:avLst>
              <a:gd name="adj" fmla="val 4598"/>
            </a:avLst>
          </a:prstGeom>
          <a:solidFill>
            <a:srgbClr val="241B4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 txBox="1"/>
          <p:nvPr/>
        </p:nvSpPr>
        <p:spPr>
          <a:xfrm>
            <a:off x="73609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6B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377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 a child learn sequencing, loops and conditionals without ever being told those words?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4069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asks for inclusive, quality education. That has to mean a first step small enough to actually take.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built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browser game. Drag movement blocks into a sequence, press play, and watch the robot run your program.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2514600" cy="566928"/>
          </a:xfrm>
          <a:prstGeom prst="roundRect">
            <a:avLst>
              <a:gd name="adj" fmla="val 19355"/>
            </a:avLst>
          </a:prstGeom>
          <a:solidFill>
            <a:srgbClr val="3FC1A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2514600" cy="566928"/>
          </a:xfrm>
          <a:prstGeom prst="roundRect">
            <a:avLst>
              <a:gd name="adj" fmla="val 19355"/>
            </a:avLst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left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2514600" cy="566928"/>
          </a:xfrm>
          <a:prstGeom prst="roundRect">
            <a:avLst>
              <a:gd name="adj" fmla="val 19355"/>
            </a:avLst>
          </a:prstGeom>
          <a:solidFill>
            <a:srgbClr val="3FC1A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2514600" cy="566928"/>
          </a:xfrm>
          <a:prstGeom prst="roundRect">
            <a:avLst>
              <a:gd name="adj" fmla="val 19355"/>
            </a:avLst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right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3657600"/>
            <a:ext cx="777240" cy="457200"/>
          </a:xfrm>
          <a:prstGeom prst="rightArrow">
            <a:avLst/>
          </a:prstGeom>
          <a:solidFill>
            <a:srgbClr val="D8D4E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5449824" y="237744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6144768" y="237744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Shape 14"/>
          <p:cNvSpPr/>
          <p:nvPr/>
        </p:nvSpPr>
        <p:spPr>
          <a:xfrm>
            <a:off x="6839712" y="237744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7534656" y="2377440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4754880" y="307238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5449824" y="307238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6144768" y="307238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6839712" y="307238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Shape 20"/>
          <p:cNvSpPr/>
          <p:nvPr/>
        </p:nvSpPr>
        <p:spPr>
          <a:xfrm>
            <a:off x="7534656" y="307238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4754880" y="3767328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Shape 22"/>
          <p:cNvSpPr/>
          <p:nvPr/>
        </p:nvSpPr>
        <p:spPr>
          <a:xfrm>
            <a:off x="5449824" y="3767328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6144768" y="3767328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Shape 24"/>
          <p:cNvSpPr/>
          <p:nvPr/>
        </p:nvSpPr>
        <p:spPr>
          <a:xfrm>
            <a:off x="6839712" y="3767328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7534656" y="3767328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4754880" y="4462272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DCD7F0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5449824" y="4462272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Shape 28"/>
          <p:cNvSpPr/>
          <p:nvPr/>
        </p:nvSpPr>
        <p:spPr>
          <a:xfrm>
            <a:off x="6144768" y="4462272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6839712" y="4462272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EFEDF6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Shape 30"/>
          <p:cNvSpPr/>
          <p:nvPr/>
        </p:nvSpPr>
        <p:spPr>
          <a:xfrm>
            <a:off x="7534656" y="4462272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F6B93B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 txBox="1"/>
          <p:nvPr/>
        </p:nvSpPr>
        <p:spPr>
          <a:xfrm>
            <a:off x="466344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maze is randomly generated — the green robot starts, the gold star wins.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0" y="2377440"/>
            <a:ext cx="2651760" cy="2788920"/>
          </a:xfrm>
          <a:prstGeom prst="roundRect">
            <a:avLst>
              <a:gd name="adj" fmla="val 6897"/>
            </a:avLst>
          </a:prstGeom>
          <a:solidFill>
            <a:srgbClr val="FDF3DF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 txBox="1"/>
          <p:nvPr/>
        </p:nvSpPr>
        <p:spPr>
          <a:xfrm>
            <a:off x="9006840" y="2651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does the teaching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 as few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blocks as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possible.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is easy. Winning efficiently is where the thinking starts.</a:t>
            </a:r>
            <a:endParaRPr lang="en-US" sz="11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2CC080E-F8F9-D679-866B-7B97C54E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49367" y="2423160"/>
            <a:ext cx="432817" cy="569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tiers, three ideas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levels do not just get harder. Each one introduces a new building block of computational thinking.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00400" cy="3246120"/>
          </a:xfrm>
          <a:prstGeom prst="roundRect">
            <a:avLst>
              <a:gd name="adj" fmla="val 5714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143000" y="2468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3FC1A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 txBox="1"/>
          <p:nvPr/>
        </p:nvSpPr>
        <p:spPr>
          <a:xfrm>
            <a:off x="1143000" y="2468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Sequencing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61188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movement blocks in the right order. That is the whole lesson — a program is a list of steps that runs top to bottom.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200400" cy="3246120"/>
          </a:xfrm>
          <a:prstGeom prst="roundRect">
            <a:avLst>
              <a:gd name="adj" fmla="val 5714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4709160" y="2468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6B9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 txBox="1"/>
          <p:nvPr/>
        </p:nvSpPr>
        <p:spPr>
          <a:xfrm>
            <a:off x="4709160" y="2468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Loops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1188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blocks arrive, and the option to write your own code. Stacking "forward" six times still works, but a loop is shorter — and shorter is the goal.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2148840"/>
            <a:ext cx="3200400" cy="3246120"/>
          </a:xfrm>
          <a:prstGeom prst="roundRect">
            <a:avLst>
              <a:gd name="adj" fmla="val 5714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8275320" y="24688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 txBox="1"/>
          <p:nvPr/>
        </p:nvSpPr>
        <p:spPr>
          <a:xfrm>
            <a:off x="8275320" y="2468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Conditionals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61188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If-statements. The robot stops following one fixed path and starts reacting to what is actually in front of it.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6B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who reaches Expert has practised the three ideas every program is made of — without a single lecture.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1488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6B93B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 txBox="1"/>
          <p:nvPr/>
        </p:nvSpPr>
        <p:spPr>
          <a:xfrm>
            <a:off x="411480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834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play it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FC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https://skillfulrheyme4-ai4g-qx21.bolt.host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343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install. No account. Runs in any browser on any device.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41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it reaches, who it misses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937760" cy="3200400"/>
          </a:xfrm>
          <a:prstGeom prst="roundRect">
            <a:avLst>
              <a:gd name="adj" fmla="val 5714"/>
            </a:avLst>
          </a:prstGeom>
          <a:solidFill>
            <a:srgbClr val="ECF8F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rgbClr val="3FC1A0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 txBox="1"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 by design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974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sign-up or account — click and play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Mazes are randomly generated, so it never repeats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Colourful, cartoon-like interface built for ages 6–13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at whichever tier fits — first time or fifth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4937760" cy="3200400"/>
          </a:xfrm>
          <a:prstGeom prst="roundRect">
            <a:avLst>
              <a:gd name="adj" fmla="val 5714"/>
            </a:avLst>
          </a:prstGeom>
          <a:solidFill>
            <a:srgbClr val="FDEF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EE6C5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6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excluded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player can see the screen — no audio or screen-reader path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basic English or Dutch reading ability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computer or tablet and an internet connection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learned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1051560"/>
          </a:xfrm>
          <a:prstGeom prst="roundRect">
            <a:avLst>
              <a:gd name="adj" fmla="val 13913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143000" y="2487168"/>
            <a:ext cx="457200" cy="457200"/>
          </a:xfrm>
          <a:prstGeom prst="ellipse">
            <a:avLst/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 txBox="1"/>
          <p:nvPr/>
        </p:nvSpPr>
        <p:spPr>
          <a:xfrm>
            <a:off x="1783080" y="227346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b="1" dirty="0">
              <a:solidFill>
                <a:srgbClr val="B9AEE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783080" y="272491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400" dirty="0">
                <a:solidFill>
                  <a:srgbClr val="CF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have committed to a design choice, it can be hard to redesign. Your idea needs to be simple, not repetitive and informative. By committing to a find a solution design it can be hard for some users to complete the level. Therefore, this impacts the usability of the game.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515600" cy="1051560"/>
          </a:xfrm>
          <a:prstGeom prst="roundRect">
            <a:avLst>
              <a:gd name="adj" fmla="val 13913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1143000" y="3721608"/>
            <a:ext cx="457200" cy="457200"/>
          </a:xfrm>
          <a:prstGeom prst="ellipse">
            <a:avLst/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 txBox="1"/>
          <p:nvPr/>
        </p:nvSpPr>
        <p:spPr>
          <a:xfrm>
            <a:off x="178308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AEE8"/>
                </a:solidFill>
                <a:latin typeface="Calibri" pitchFamily="34" charset="0"/>
                <a:cs typeface="Calibri" pitchFamily="34" charset="-120"/>
              </a:rPr>
              <a:t>Difficulties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783080" y="395935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7EC"/>
                </a:solidFill>
                <a:latin typeface="Calibri" pitchFamily="34" charset="0"/>
                <a:cs typeface="Calibri" pitchFamily="34" charset="-120"/>
              </a:rPr>
              <a:t>During the building of the website, AI found it hard to make a random maze with the limited use of tokens.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10515600" cy="1051560"/>
          </a:xfrm>
          <a:prstGeom prst="roundRect">
            <a:avLst>
              <a:gd name="adj" fmla="val 13913"/>
            </a:avLst>
          </a:prstGeom>
          <a:solidFill>
            <a:srgbClr val="2E235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1143000" y="4956048"/>
            <a:ext cx="457200" cy="457200"/>
          </a:xfrm>
          <a:prstGeom prst="ellipse">
            <a:avLst/>
          </a:prstGeom>
          <a:solidFill>
            <a:srgbClr val="B9AEE8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 txBox="1"/>
          <p:nvPr/>
        </p:nvSpPr>
        <p:spPr>
          <a:xfrm>
            <a:off x="1783080" y="4782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idea’s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144595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FC7EC"/>
                </a:solidFill>
                <a:latin typeface="Calibri" pitchFamily="34" charset="0"/>
                <a:cs typeface="Calibri" pitchFamily="34" charset="-120"/>
              </a:rPr>
              <a:t>What would we have added if we had more time; to improve the impact of the game we wanted to add a user progress system. Where users could compare their code and review how others completed the solution. Or even add a AI that could help you troubleshoot whenever you are stuck.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Maze Quest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873</Words>
  <Application>Microsoft Macintosh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Maze Quest</dc:title>
  <dc:subject>PptxGenJS Presentation</dc:subject>
  <dc:creator>Robot Maze Quest</dc:creator>
  <cp:lastModifiedBy>Sam Kempers (23102241)</cp:lastModifiedBy>
  <cp:revision>5</cp:revision>
  <dcterms:created xsi:type="dcterms:W3CDTF">2026-09-10T12:29:26Z</dcterms:created>
  <dcterms:modified xsi:type="dcterms:W3CDTF">2026-09-10T21:58:23Z</dcterms:modified>
</cp:coreProperties>
</file>